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Attack Surface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Turning Security Data into Actionable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Limited visibility into internet-facing assets</a:t>
            </a:r>
          </a:p>
          <a:p>
            <a:pPr/>
            <a:r>
              <a:t>Unknown assets increase risk exposure</a:t>
            </a:r>
          </a:p>
          <a:p>
            <a:pPr/>
            <a:r>
              <a:t>Manual analysis is slow and inefficient</a:t>
            </a:r>
          </a:p>
          <a:p>
            <a:pPr/>
            <a:r>
              <a:t>Security teams overwhelmed with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Automated asset discovery across environments</a:t>
            </a:r>
          </a:p>
          <a:p>
            <a:pPr/>
            <a:r>
              <a:t>Continuous monitoring of attack surface</a:t>
            </a:r>
          </a:p>
          <a:p>
            <a:pPr/>
            <a:r>
              <a:t>AI-like assistant for natural queries</a:t>
            </a:r>
          </a:p>
          <a:p>
            <a:pPr/>
            <a:r>
              <a:t>Context-aware risk prioritization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This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An AI-like security analyst that tells you what can hurt you 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Asset discovery (DNS, SAN, Recon)</a:t>
            </a:r>
          </a:p>
          <a:p>
            <a:pPr/>
            <a:r>
              <a:t>Sensitive port detection</a:t>
            </a:r>
          </a:p>
          <a:p>
            <a:pPr/>
            <a:r>
              <a:t>Dangling DNS &amp; takeover detection</a:t>
            </a:r>
          </a:p>
          <a:p>
            <a:pPr/>
            <a:r>
              <a:t>Context-based risk scoring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AI-Like 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Natural language queries ("show risky assets")</a:t>
            </a:r>
          </a:p>
          <a:p>
            <a:pPr/>
            <a:r>
              <a:t>Explainable risk decisions</a:t>
            </a:r>
          </a:p>
          <a:p>
            <a:pPr/>
            <a:r>
              <a:t>Prioritized outputs instead of raw data</a:t>
            </a:r>
          </a:p>
          <a:p>
            <a:pPr/>
            <a:r>
              <a:t>MCP-based tool interaction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asks a security question</a:t>
            </a:r>
          </a:p>
          <a:p>
            <a:pPr/>
            <a:r>
              <a:t>System interprets intent</a:t>
            </a:r>
          </a:p>
          <a:p>
            <a:pPr/>
            <a:r>
              <a:t>Fetches &amp; correlates data</a:t>
            </a:r>
          </a:p>
          <a:p>
            <a:pPr/>
            <a:r>
              <a:t>Returns prioritized insights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Reduced attack surface exposure</a:t>
            </a:r>
          </a:p>
          <a:p>
            <a:pPr/>
            <a:r>
              <a:t>Faster identification of critical risks</a:t>
            </a:r>
          </a:p>
          <a:p>
            <a:pPr/>
            <a:r>
              <a:t>Improved decision making</a:t>
            </a:r>
          </a:p>
          <a:p>
            <a:pPr/>
            <a:r>
              <a:t>Higher productivity for security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 dashboard (React)</a:t>
            </a:r>
          </a:p>
          <a:p>
            <a:pPr/>
            <a:r>
              <a:t>Backend APIs (FastAPI)</a:t>
            </a:r>
          </a:p>
          <a:p>
            <a:pPr/>
            <a:r>
              <a:t>Worker-based processing pipeline</a:t>
            </a:r>
          </a:p>
          <a:p>
            <a:pPr/>
            <a:r>
              <a:t>PostgreSQL data layer</a:t>
            </a:r>
          </a:p>
          <a:p>
            <a:pPr/>
            <a:r>
              <a:t>MCP interface for AI interaction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LLM integration for deeper reasoning</a:t>
            </a:r>
          </a:p>
          <a:p>
            <a:pPr/>
            <a:r>
              <a:t>Automated remediation workflows</a:t>
            </a:r>
          </a:p>
          <a:p>
            <a:pPr/>
            <a:r>
              <a:t>Advanced correlation &amp; threat insights</a:t>
            </a:r>
          </a:p>
          <a:p>
            <a:pPr/>
            <a:r>
              <a:t>Enterprise-grade scalability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From raw data → to intelligence →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